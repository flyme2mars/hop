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embeddedFontLst>
    <p:embeddedFont>
      <p:font typeface="Inter" pitchFamily="2" charset="0"/>
      <p:regular r:id="rId16"/>
      <p:italic r:id="rId17"/>
    </p:embeddedFont>
    <p:embeddedFont>
      <p:font typeface="Libre Baskerville" pitchFamily="2" charset="0"/>
      <p:regular r:id="rId18"/>
      <p:italic r:id="rId19"/>
      <p:bold r:id="rId20"/>
    </p:embeddedFont>
  </p:embeddedFontLst>
  <p:sldSz cx="12192000" cy="6858000" type="screen4x3"/>
  <p:notesSz cx="6858000" cy="9144000"/>
  <p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 xmlns:r="http://schemas.openxmlformats.org/officeDocument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r:Relationship Id="rId16" Type="http://schemas.openxmlformats.org/officeDocument/2006/relationships/font" Target="fonts/font16.fntdata" /><r:Relationship Id="rId17" Type="http://schemas.openxmlformats.org/officeDocument/2006/relationships/font" Target="fonts/font17.fntdata" /><r:Relationship Id="rId18" Type="http://schemas.openxmlformats.org/officeDocument/2006/relationships/font" Target="fonts/font18.fntdata" /><r:Relationship Id="rId19" Type="http://schemas.openxmlformats.org/officeDocument/2006/relationships/font" Target="fonts/font19.fntdata" /><r:Relationship Id="rId20" Type="http://schemas.openxmlformats.org/officeDocument/2006/relationships/font" Target="fonts/font20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B0ADA6"/>
                </a:solidFill>
                <a:latin typeface="Inter"/>
              </a:rPr>
              <a:t>01  ·  OFFGRID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AKSHAI KRISHNA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01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5F3EF"/>
                </a:solidFill>
                <a:latin typeface="Libre Baskerville"/>
              </a:rPr>
              <a:t>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0662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F5F3EF"/>
                </a:solidFill>
                <a:latin typeface="Libre Baskerville"/>
              </a:rPr>
              <a:t>Your floor, offline.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844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OffGrid  ·  solo  ·  open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github.com/flyme2mars/hop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33344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675632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02  · 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02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Hostel floors lose the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55648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Dead zones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011680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Hostel floors often have dead zones, or no usable network.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97936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Power cuts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3968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During a power cut, phones cannot help the floor coordinate.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40224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The tower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096256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WhatsApp needs the tower. The floor does not always have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33344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675632"/>
            <a:ext cx="11094720" cy="1414272"/>
          </a:xfrm>
          <a:prstGeom prst="roundRect">
            <a:avLst>
              <a:gd name="adj" fmla="val 6465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03  · 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03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A floor board with no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55648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Android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011680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A local Offer / Ask / Note board on your floor. It works with no internet.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97936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Nearby phones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3968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Phones on the same floor can share posts over Bluetooth when the app is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40224"/>
            <a:ext cx="10692384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Blackout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096256"/>
            <a:ext cx="10692384" cy="8290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A full black screen with a timer, and I’m OK / Need help.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5474208" cy="4498848"/>
          </a:xfrm>
          <a:prstGeom prst="roundRect">
            <a:avLst>
              <a:gd name="adj" fmla="val 2032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69152" y="1591056"/>
            <a:ext cx="5474208" cy="4498848"/>
          </a:xfrm>
          <a:prstGeom prst="roundRect">
            <a:avLst>
              <a:gd name="adj" fmla="val 2032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04  · 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04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Setup, board, blackout, nearby sync.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47088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66543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Name, room, floor.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862072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Floor 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081528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Board with filters.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77055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4096511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Claim posts.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892040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111496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History of posts.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6896" y="1847088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6896" y="2066543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Settings.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896" y="2862072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Blackout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6896" y="3081528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Full black screen with a timer and I’m OK / Need help.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6896" y="3877055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Bluetooth nearby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896" y="4096511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Same floor, when the app is open.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896" y="4892040"/>
            <a:ext cx="4998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Offline alone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896" y="5111496"/>
            <a:ext cx="4998720" cy="6857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Fully usable offline alone.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324" y="1591056"/>
            <a:ext cx="1916519" cy="4261104"/>
          </a:xfrm>
          <a:prstGeom prst="rect">
            <a:avLst/>
          </a:prstGeom>
        </p:spPr>
      </p:pic>
      <p:pic>
        <p:nvPicPr>
          <p:cNvPr id="3" name="Picture 2" descr="flo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740" y="1591056"/>
            <a:ext cx="1916519" cy="4261104"/>
          </a:xfrm>
          <a:prstGeom prst="rect">
            <a:avLst/>
          </a:prstGeom>
        </p:spPr>
      </p:pic>
      <p:pic>
        <p:nvPicPr>
          <p:cNvPr id="4" name="Picture 3" descr="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5155" y="1591056"/>
            <a:ext cx="1916519" cy="4261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05  · 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05 /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The floor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7172" y="5888736"/>
            <a:ext cx="2062823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First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4588" y="5888736"/>
            <a:ext cx="2062823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Floor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2003" y="5888736"/>
            <a:ext cx="2062823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New post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la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020" y="1591056"/>
            <a:ext cx="1916519" cy="4261104"/>
          </a:xfrm>
          <a:prstGeom prst="rect">
            <a:avLst/>
          </a:prstGeom>
        </p:spPr>
      </p:pic>
      <p:pic>
        <p:nvPicPr>
          <p:cNvPr id="3" name="Picture 2" descr="near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460" y="1591056"/>
            <a:ext cx="1916519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06  · 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06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Blackout, and nearby.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4868" y="5888736"/>
            <a:ext cx="2062823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Blackout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4308" y="5888736"/>
            <a:ext cx="2062823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Nearby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69152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69152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07  · 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07 /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What it is built with.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Kotlin. Jetpack Compose. Material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Local 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Room. DataStore.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Nearby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BLE advertise / scan + GATT sync.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GitHub Actions debug APK.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69152" y="1591056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69152" y="3913632"/>
            <a:ext cx="5474208" cy="2176272"/>
          </a:xfrm>
          <a:prstGeom prst="roundRect">
            <a:avLst>
              <a:gd name="adj" fmla="val 4201"/>
            </a:avLst>
          </a:prstGeom>
          <a:solidFill>
            <a:srgbClr val="EE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5F5C56"/>
                </a:solidFill>
                <a:latin typeface="Inter"/>
              </a:rPr>
              <a:t>08  ·  FUTURE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AKSHAI KRISHNA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5F5C56"/>
                </a:solidFill>
                <a:latin typeface="Inter"/>
              </a:rPr>
              <a:t>08 /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21212"/>
                </a:solidFill>
                <a:latin typeface="Libre Baskerville"/>
              </a:rPr>
              <a:t>After the first floor.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Mesh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Stronger multi-hop mesh.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1773936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Peers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2066543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Better peer 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Background limits / battery.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4096512"/>
            <a:ext cx="50718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5F5C56"/>
                </a:solidFill>
                <a:latin typeface="Libre Baskerville"/>
              </a:rPr>
              <a:t>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389120"/>
            <a:ext cx="5071872" cy="14996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121212"/>
                </a:solidFill>
                <a:latin typeface="Inter"/>
              </a:rPr>
              <a:t>iOS if ever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60">
                <a:solidFill>
                  <a:srgbClr val="B0ADA6"/>
                </a:solidFill>
                <a:latin typeface="Inter"/>
              </a:rPr>
              <a:t>09  ·  OFFGRID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AKSHAI KRISHNA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2392" y="632764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ct val="120000"/>
              </a:lnSpc>
            </a:pPr>
            <a:r>
              <a:rPr sz="1100" b="0" i="0" spc="120">
                <a:solidFill>
                  <a:srgbClr val="B0ADA6"/>
                </a:solidFill>
                <a:latin typeface="Inter"/>
              </a:rPr>
              <a:t>09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91672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5F3EF"/>
                </a:solidFill>
                <a:latin typeface="Libre Baskerville"/>
              </a:rPr>
              <a:t>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0662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F5F3EF"/>
                </a:solidFill>
                <a:latin typeface="Libre Baskerville"/>
              </a:rPr>
              <a:t>Your floor, offline.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844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github.com/flyme2mars/hop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B0ADA6"/>
                </a:solidFill>
                <a:latin typeface="Inter"/>
              </a:rPr>
              <a:t>Solo OffGrid entry  ·  open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Hop · OffGrid</dc:title>
  <dc:subject>OffGrid hackathon presentation</dc:subject>
  <dc:creator>Akshai Krishna 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