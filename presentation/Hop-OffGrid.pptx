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ns2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embeddedFontLst>
    <p:embeddedFont>
      <p:font typeface="Inter" pitchFamily="2" charset="0"/>
      <p:regular r:id="rId14"/>
      <p:italic r:id="rId15"/>
    </p:embeddedFont>
    <p:embeddedFont>
      <p:font typeface="Libre Baskerville" pitchFamily="2" charset="0"/>
      <p:regular r:id="rId16"/>
      <p:italic r:id="rId17"/>
      <p:bold r:id="rId18"/>
    </p:embeddedFont>
  </p:embeddedFontLst>
  <p:sldSz cx="12192000" cy="6858000" type="screen4x3"/>
  <p:notesSz cx="6858000" cy="9144000"/>
  <p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 xmlns:r="http://schemas.openxmlformats.org/officeDocument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r:Relationship Id="rId14" Type="http://schemas.openxmlformats.org/officeDocument/2006/relationships/font" Target="fonts/font14.fntdata" /><r:Relationship Id="rId15" Type="http://schemas.openxmlformats.org/officeDocument/2006/relationships/font" Target="fonts/font15.fntdata" /><r:Relationship Id="rId16" Type="http://schemas.openxmlformats.org/officeDocument/2006/relationships/font" Target="fonts/font16.fntdata" /><r:Relationship Id="rId17" Type="http://schemas.openxmlformats.org/officeDocument/2006/relationships/font" Target="fonts/font17.fntdata" /><r:Relationship Id="rId18" Type="http://schemas.openxmlformats.org/officeDocument/2006/relationships/font" Target="fonts/font18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B0ADA6"/>
                </a:solidFill>
                <a:latin typeface="Inter"/>
              </a:rPr>
              <a:t>01  ·  OFFGRID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AKSHAI KRISHNA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5F3EF"/>
                </a:solidFill>
                <a:latin typeface="Libre Baskerville"/>
              </a:rPr>
              <a:t>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0662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1">
                <a:solidFill>
                  <a:srgbClr val="F5F3EF"/>
                </a:solidFill>
                <a:latin typeface="Libre Baskerville"/>
              </a:rPr>
              <a:t>Your floor, offline.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844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OffGrid  ·  solo  ·  open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github.com/flyme2mars/hop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33344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675632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02  · 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02 /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C1B19"/>
                </a:solidFill>
                <a:latin typeface="Libre Baskerville"/>
              </a:rPr>
              <a:t>Hostel floors lose the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55648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Dead zones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011680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Hostel floors often have dead zones, or no usable network.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97936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Power cuts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53968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During a power cut, phones cannot help the floor coordinate.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840224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The tower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096256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WhatsApp needs the tower. The floor does not always have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33344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675632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03  · 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03 /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C1B19"/>
                </a:solidFill>
                <a:latin typeface="Libre Baskerville"/>
              </a:rPr>
              <a:t>A floor board with no internet.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55648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Android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011680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A local Offer / Ask / Note board on your floor. It works with no internet.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97936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Nearby phones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53968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Phones on the same floor can share posts over Bluetooth when the app is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840224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Blackout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096256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A full black screen with a timer, and I’m OK / Need help.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5474208" cy="4498848"/>
          </a:xfrm>
          <a:prstGeom prst="roundRect">
            <a:avLst>
              <a:gd name="adj" fmla="val 2032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69152" y="1591056"/>
            <a:ext cx="5474208" cy="4498848"/>
          </a:xfrm>
          <a:prstGeom prst="roundRect">
            <a:avLst>
              <a:gd name="adj" fmla="val 2032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04  · 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04 /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C1B19"/>
                </a:solidFill>
                <a:latin typeface="Libre Baskerville"/>
              </a:rPr>
              <a:t>Setup, board, blackout, nearby sync.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47088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66543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Name, room, floor.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862072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Floor 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081528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Board with filters.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77055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4096511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Claim posts.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892040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111496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History of posts.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6896" y="1847088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6896" y="2066543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Settings.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896" y="2862072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Blackout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6896" y="3081528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Full black screen with a timer and I’m OK / Need help.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6896" y="3877055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Bluetooth nearby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896" y="4096511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Same floor, when the app is open.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896" y="4892040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Offline alone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896" y="5111496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Fully usable offline alone.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69152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69152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05  · 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05 /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C1B19"/>
                </a:solidFill>
                <a:latin typeface="Libre Baskerville"/>
              </a:rPr>
              <a:t>What it is built with.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Kotlin. Jetpack Compose. Material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320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Local 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Room. DataStore.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Nearby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BLE advertise / scan + GATT sync.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320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GitHub Actions debug APK.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69152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69152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06  ·  FUTURE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06 /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C1B19"/>
                </a:solidFill>
                <a:latin typeface="Libre Baskerville"/>
              </a:rPr>
              <a:t>After the first floor.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Mesh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Stronger multi-hop mesh.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320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Peers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Better peer 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Background limits / battery.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320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B19"/>
                </a:solidFill>
                <a:latin typeface="Inter"/>
              </a:rPr>
              <a:t>iOS if ever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B0ADA6"/>
                </a:solidFill>
                <a:latin typeface="Inter"/>
              </a:rPr>
              <a:t>07  ·  OFFGRID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AKSHAI KRISHNA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07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5F3EF"/>
                </a:solidFill>
                <a:latin typeface="Libre Baskerville"/>
              </a:rPr>
              <a:t>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0662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1">
                <a:solidFill>
                  <a:srgbClr val="F5F3EF"/>
                </a:solidFill>
                <a:latin typeface="Libre Baskerville"/>
              </a:rPr>
              <a:t>Your floor, offline.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844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github.com/flyme2mars/hop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Solo OffGrid entry  ·  open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Hop · OffGrid</dc:title>
  <dc:subject>OffGrid hackathon presentation</dc:subject>
  <dc:creator>Akshai Krishna 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